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Tutorial &amp; Workflow Guide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12192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the platform works, from public browsing to agency management and AI automation.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Platform Overview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Public Website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Client Portal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Agency Admin Portal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AI Features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Recruitment &amp; ATS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Employment Contracts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End-to-End 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Platform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Helped and how does it work?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is Helped?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platform for maid agencies in Singapore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employers with domestic helpers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 types: Public visitors, Registered clients, Agency admins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+ TypeScript and Node.js + Express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AI automation for inquiries, matching, and recruitment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search helper profiles with filters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hiring inquiries with AI-powered matching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employment contracts and documentation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 for 24/7 customer support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  Platform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Public Website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Home page &amp; services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Search maids / browse helpers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Maid profiles &amp; FAQ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Agency directory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Client Portal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Login with email/Google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Dashboard &amp; requests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Support chat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Profile 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Agency 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Maid database CRUD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Employment contracts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Recruitment &amp; ATS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 command center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0F9FA"/>
          </a:solidFill>
          <a:ln w="19050">
            <a:solidFill>
              <a:srgbClr val="0E4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611880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 Receptionist (public chatbot)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 Command Center (admin)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Inquiry classification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Automated lead scoring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0F9FA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611880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Express.js API server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Supabase authentication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JSON/SQL data storage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Make.com webhooks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Public Website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employers browse and find helpers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Public Website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(/)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section with search, featured helpers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Maids (/search-maids)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nationality, skills, experience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Maid Profile (/maids/:refCode)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helper bio: skills, languages, photos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Pages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FAQ, About Us, Hiring Process, Enquiry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👣  Employer Journey: Finding a Helper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Browse or Search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homepage, use search filters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View Profile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helper card to see full profile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Express Interest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Hire this helper or submit enquiry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Register / Login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account (email or Google)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Submit Request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hiring request sent to agency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Client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employer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Client Portal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Active requests overview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Helper shortlist status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Recent activity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My Requests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50876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View hiring requests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Track request status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See matched helpers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0E4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Support 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Real-time chat with agency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 chatbot for questions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File sharing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2004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Profile &amp; Settings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361188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Edit personal info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Change password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Notifications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Agency Admin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the maid agency business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Agency Admin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0E4E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  Maid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Add / edit profiles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Upload photos &amp; docs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Track availability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 Enquiries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View enquiries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AI-classified intent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Assign to staff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Requests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508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Hiring requests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Match with helpers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Budget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Contracts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Generate contracts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PDF auto-fill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Track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2004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Support Chat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6118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Respond to clients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AI-assisted replies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Priority routing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2004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36118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Statistics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Activity feed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Metrics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Receptionist, Command Center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AI Receptionist - Public Chatbot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bubble chat on every public page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 about helpers, fees, process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helpers based on employer needs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to ANY question (maid-related or general)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Groq AI (Llama 3.1) for NLU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access to all helper profiles and FAQ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show helper cards in the chat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capability: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a 24/7 AI assistant for any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AI Command Center - Admin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bubble on AI Agents page for admins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 about agency data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questions: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enquiries this week?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high-scoring applicants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status of request #123?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access: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Enquiries, requests, applicants, contracts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AI Automation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Classification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 intent: hiring, inquiry, complaint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leads scored on urgency, budget, service type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Maid Matching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matches employer needs with helper skills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Make.com Integration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webhooks trigger external workflows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Screening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scores incoming helper applications (0-100)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Recruitment &amp; ATS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new helpers through the applicant tracking system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Recruitment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Application Received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applies via public form, AI parses resume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AI Screening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scores application (0-100)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Review &amp; Interview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reviews AI score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Approval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applicants move to profile setup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Public Profile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becomes visible to employers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Employment Contracts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helper placements and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  Employment Contract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Contract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helper and employer, auto-fill details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Fill Details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Salary, rest days, accommodation, duties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Generate PDF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professional contract PDF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Upload Documents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uploads signed documents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Track &amp; Manage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contracts, filter by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37360" y="5486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End-to-End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274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journey from browsing to placement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End-to-End: Employer Hires a Helper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Employer visits website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Browses helpers, uses search filters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Receptionist assists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questions, recommends helpers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Employer submits inquiry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 intent, matches helpers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Agency reviews and responds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sees AI-classified inquiry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Contract created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generated, documents stored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Placement confirmed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starts work, contract tracked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E4E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Key URLs &amp; Access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0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Public 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                   /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Maids:        /search-maids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Maid Profile:           /maids/:refCode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                /services/:slug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FAQ:                        /faq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List:            /agency-portal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as Maid:       /apply-as-maid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Enquiry:                  /enquiry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0F9F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Admin Pages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5087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                    /agencyadmin/login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           /agencyadmin/dashboard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Maids:                     /agencyadmin/maids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Enquiries:               /agencyadmin/enquiries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Requests:               /agencyadmin/requests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Recruitment:          /agencyadmin/recruitment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Contracts:              /agencyadmin/employment-contracts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Agents:              /agencyadmin/ai-agents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Chat:        /agencyadmin/chat-support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| Page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4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Platform Tutorial Guide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121920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support, contact the development team.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Helped Platform Tutorial Guide</dc:title>
  <dc:subject>PptxGenJS Presentation</dc:subject>
  <dc:creator>Helped</dc:creator>
  <cp:lastModifiedBy>Helped</cp:lastModifiedBy>
  <cp:revision>1</cp:revision>
  <dcterms:created xsi:type="dcterms:W3CDTF">2026-09-02T21:04:29Z</dcterms:created>
  <dcterms:modified xsi:type="dcterms:W3CDTF">2026-09-02T21:04:29Z</dcterms:modified>
</cp:coreProperties>
</file>